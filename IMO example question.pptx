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58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IMO example question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Question</a:t>
            </a:r>
            <a:r>
              <a:rPr lang="en-GB" altLang="en-US"/>
              <a:t>:</a:t>
            </a:r>
            <a:endParaRPr lang="en-GB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/>
              <a:t>称坐标平面上的一条直线为阳光的</a:t>
            </a:r>
            <a:r>
              <a:rPr lang="en-US" altLang="zh-CN"/>
              <a:t>,</a:t>
            </a:r>
            <a:r>
              <a:rPr lang="zh-CN" altLang="en-US"/>
              <a:t>如果它与</a:t>
            </a:r>
            <a:r>
              <a:rPr lang="en-US" altLang="zh-CN"/>
              <a:t>x-</a:t>
            </a:r>
            <a:r>
              <a:rPr lang="zh-CN" altLang="en-US"/>
              <a:t>轴、</a:t>
            </a:r>
            <a:r>
              <a:rPr lang="en-US" altLang="zh-CN"/>
              <a:t>y-</a:t>
            </a:r>
            <a:r>
              <a:rPr lang="zh-CN" altLang="en-US"/>
              <a:t>轴和直线</a:t>
            </a:r>
            <a:r>
              <a:rPr lang="en-US" altLang="zh-CN"/>
              <a:t>z+y=0</a:t>
            </a:r>
            <a:r>
              <a:rPr lang="zh-CN" altLang="en-US"/>
              <a:t>均不平行</a:t>
            </a:r>
            <a:r>
              <a:rPr lang="en-US" altLang="zh-CN"/>
              <a:t>.</a:t>
            </a:r>
            <a:r>
              <a:rPr lang="zh-CN" altLang="en-US"/>
              <a:t>给定整数</a:t>
            </a:r>
            <a:r>
              <a:rPr lang="en-US" altLang="zh-CN"/>
              <a:t>n≥3.</a:t>
            </a:r>
            <a:r>
              <a:rPr lang="zh-CN" altLang="en-US"/>
              <a:t>求所有非负整数</a:t>
            </a:r>
            <a:r>
              <a:rPr lang="en-US" altLang="zh-CN"/>
              <a:t>k,</a:t>
            </a:r>
            <a:r>
              <a:rPr lang="zh-CN" altLang="en-US"/>
              <a:t>使得存在平面上两两不同的</a:t>
            </a:r>
            <a:r>
              <a:rPr lang="en-US" altLang="zh-CN"/>
              <a:t>n</a:t>
            </a:r>
            <a:r>
              <a:rPr lang="zh-CN" altLang="en-US"/>
              <a:t>条直线满足下面两个条件</a:t>
            </a:r>
            <a:r>
              <a:rPr lang="en-US" altLang="zh-CN"/>
              <a:t>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1.</a:t>
            </a:r>
            <a:r>
              <a:rPr lang="zh-CN" altLang="en-US"/>
              <a:t>对所有满足</a:t>
            </a:r>
            <a:r>
              <a:rPr lang="en-US" altLang="zh-CN"/>
              <a:t>a+b ≤ n+1</a:t>
            </a:r>
            <a:r>
              <a:rPr lang="zh-CN" altLang="en-US"/>
              <a:t>的正整数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6,</a:t>
            </a:r>
            <a:r>
              <a:rPr lang="zh-CN" altLang="en-US"/>
              <a:t>这</a:t>
            </a:r>
            <a:r>
              <a:rPr lang="en-US" altLang="zh-CN"/>
              <a:t>n</a:t>
            </a:r>
            <a:r>
              <a:rPr lang="zh-CN" altLang="en-US"/>
              <a:t>条直线中至少有一条经过点</a:t>
            </a:r>
            <a:r>
              <a:rPr lang="en-US" altLang="zh-CN"/>
              <a:t>(a,b)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2.</a:t>
            </a:r>
            <a:r>
              <a:rPr lang="zh-CN" altLang="en-US"/>
              <a:t>这</a:t>
            </a:r>
            <a:r>
              <a:rPr lang="en-US" altLang="zh-CN"/>
              <a:t>n</a:t>
            </a:r>
            <a:r>
              <a:rPr lang="zh-CN" altLang="en-US"/>
              <a:t>条直线中恰有</a:t>
            </a:r>
            <a:r>
              <a:rPr lang="en-US" altLang="zh-CN"/>
              <a:t>k</a:t>
            </a:r>
            <a:r>
              <a:rPr lang="zh-CN" altLang="en-US"/>
              <a:t>条是阳光的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 sz="2000" b="1"/>
              <a:t>Question:</a:t>
            </a:r>
            <a:r>
              <a:rPr lang="en-US" altLang="zh-CN"/>
              <a:t> Call a line in the Cartesian plane sunny if it is not parallel to the x-axis, the y-axis, or the line x+y=0. Given an integer n≥3, determine all non-negative integers k for which there exist n distinct lines in the plane satisfying the following two conditions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1.For every pair of positive integers (a, b) with a + b </a:t>
            </a:r>
            <a:r>
              <a:rPr lang="en-US" altLang="zh-CN">
                <a:sym typeface="+mn-ea"/>
              </a:rPr>
              <a:t>≤</a:t>
            </a:r>
            <a:r>
              <a:rPr lang="en-US" altLang="zh-CN"/>
              <a:t> n + 1, at least one of the n lines passes through the point (a, b).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2.Exactly k of the n lines are sunny.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Question Solving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zh-CN"/>
              <a:t>Condition 1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While we have n straight lines, a + b </a:t>
            </a:r>
            <a:r>
              <a:rPr lang="en-US" altLang="zh-CN">
                <a:sym typeface="+mn-ea"/>
              </a:rPr>
              <a:t>≤ n + 1, and n ≥ 3. 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Assume n = 3 as example, for every pair of positive integers will be (1,1), (1,2), (1,3), (2,1), (2,2), (3,1)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 and these n lines have to cover all these 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points. Therefore, this question’s essential is asking how many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different tpyes of ways, make n lines cover all points while k 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is the number of sunshine lines in n lines. 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8020" y="3345815"/>
            <a:ext cx="3225800" cy="29972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Question Solving</a:t>
            </a:r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79190" y="3134995"/>
            <a:ext cx="3695700" cy="31400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890" y="3220720"/>
            <a:ext cx="4686300" cy="30543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" y="3220720"/>
            <a:ext cx="3549650" cy="3054350"/>
          </a:xfrm>
          <a:prstGeom prst="rect">
            <a:avLst/>
          </a:prstGeom>
        </p:spPr>
      </p:pic>
      <p:sp>
        <p:nvSpPr>
          <p:cNvPr id="8" name="内容占位符 2"/>
          <p:cNvSpPr>
            <a:spLocks noGrp="1"/>
          </p:cNvSpPr>
          <p:nvPr/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ym typeface="+mn-ea"/>
              </a:rPr>
              <a:t>Sunshine line is line who do not parallel to the x-axis, the y-axis, or the line x+y=0. And there will be k = 0, 1, 3 possible. And this is only for n = 3 example.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Question Solving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Next, we need to expand the question from only example of n = 3 to all the positive integer. </a:t>
            </a:r>
            <a:r>
              <a:rPr lang="en-US" altLang="zh-CN"/>
              <a:t>While we add n to 4, we may add a line at y = 1 to cover 4 points, and we still have 3 lines left to cover the points left, and n = 4 is tranfer to the example n = 3. For all n after, we add another line of y = n - 3, and the 3 k will stand for all integer n.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3220720"/>
            <a:ext cx="3454400" cy="30289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730" y="3252470"/>
            <a:ext cx="3892550" cy="29972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Question Solving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10968990" cy="435102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1400"/>
              <a:t>Infeasibility</a:t>
            </a:r>
            <a:r>
              <a:rPr lang="en-US" altLang="en-US" sz="1400"/>
              <a:t> </a:t>
            </a:r>
            <a:r>
              <a:rPr lang="en-US" altLang="zh-CN" sz="1400"/>
              <a:t>– ruling out k = 2 and larger values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Contradiction from the “outer‑shell” lattice points</a:t>
            </a:r>
            <a:endParaRPr lang="en-US" altLang="zh-CN" sz="1400"/>
          </a:p>
          <a:p>
            <a:r>
              <a:rPr lang="en-US" altLang="zh-CN" sz="1400"/>
              <a:t>Along the three boundary lines x = 1, y = 1, x + y = n + 1 there are exactly 3(n − 1) lattice points.</a:t>
            </a:r>
            <a:endParaRPr lang="en-US" altLang="zh-CN" sz="1400"/>
          </a:p>
          <a:p>
            <a:r>
              <a:rPr lang="en-US" altLang="zh-CN" sz="1400"/>
              <a:t>If none of these boundary segments coincides entirely with one of the n lines, each line can pass through at most two boundary points.</a:t>
            </a:r>
            <a:endParaRPr lang="en-US" altLang="zh-CN" sz="1400"/>
          </a:p>
          <a:p>
            <a:r>
              <a:rPr lang="en-US" altLang="zh-CN" sz="1400"/>
              <a:t>• For n &gt; 3 we have 3(n − 1) &gt; 2n; hence some boundary points would be left uncovered, a contradiction.</a:t>
            </a:r>
            <a:endParaRPr lang="en-US" altLang="zh-CN" sz="1400"/>
          </a:p>
          <a:p>
            <a:r>
              <a:rPr lang="en-US" altLang="zh-CN" sz="1400"/>
              <a:t>• Therefore at least one non‑sunny line must coincide with a boundary side.</a:t>
            </a:r>
            <a:endParaRPr lang="en-US" altLang="zh-CN" sz="1400"/>
          </a:p>
          <a:p>
            <a:r>
              <a:rPr lang="en-US" altLang="zh-CN" sz="1400"/>
              <a:t>The remaining n − 1 lines reduce to the same problem with size n − 1 and can contain only 0, 1, or 3 sunny lines.</a:t>
            </a:r>
            <a:endParaRPr lang="en-US" altLang="zh-CN" sz="1400"/>
          </a:p>
          <a:p>
            <a:r>
              <a:rPr lang="en-US" altLang="zh-CN" sz="1400"/>
              <a:t>Altogether we still obtain k ∈ {0, 1, 3}.</a:t>
            </a:r>
            <a:endParaRPr lang="en-US" altLang="zh-CN" sz="1400"/>
          </a:p>
          <a:p>
            <a:endParaRPr lang="en-US" altLang="zh-CN" sz="140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Question Solving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endParaRPr lang="en-US" altLang="zh-CN"/>
          </a:p>
          <a:p>
            <a:r>
              <a:rPr lang="en-US" altLang="zh-CN">
                <a:sym typeface="+mn-ea"/>
              </a:rPr>
              <a:t>Excluding k = 2 (illustrated for n = 3, extendable to larger n)</a:t>
            </a:r>
            <a:endParaRPr lang="en-US" altLang="zh-CN"/>
          </a:p>
          <a:p>
            <a:r>
              <a:rPr lang="en-US" altLang="zh-CN">
                <a:sym typeface="+mn-ea"/>
              </a:rPr>
              <a:t>Assume two sunny lines together with one non‑sunny line cover all six points for n = 3.</a:t>
            </a:r>
            <a:endParaRPr lang="en-US" altLang="zh-CN"/>
          </a:p>
          <a:p>
            <a:r>
              <a:rPr lang="en-US" altLang="zh-CN">
                <a:sym typeface="+mn-ea"/>
              </a:rPr>
              <a:t>A case analysis—whether each sunny line passes through 0, 1, or 2 points—forces the single non‑sunny line to go through at least four points simultaneously.</a:t>
            </a:r>
            <a:endParaRPr lang="en-US" altLang="zh-CN"/>
          </a:p>
          <a:p>
            <a:r>
              <a:rPr lang="en-US" altLang="zh-CN">
                <a:sym typeface="+mn-ea"/>
              </a:rPr>
              <a:t>Direct verification shows this is impossible, hence k ≠ 2.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Larger values of k</a:t>
            </a:r>
            <a:endParaRPr lang="en-US" altLang="zh-CN"/>
          </a:p>
          <a:p>
            <a:r>
              <a:rPr lang="en-US" altLang="zh-CN">
                <a:sym typeface="+mn-ea"/>
              </a:rPr>
              <a:t>For n ≥ 4, if we suppose k ≥ 4 then at most two non‑sunny lines remain.</a:t>
            </a:r>
            <a:endParaRPr lang="en-US" altLang="zh-CN"/>
          </a:p>
          <a:p>
            <a:r>
              <a:rPr lang="en-US" altLang="zh-CN">
                <a:sym typeface="+mn-ea"/>
              </a:rPr>
              <a:t>Using the upper bound that each sunny line passes through at most </a:t>
            </a:r>
            <a:r>
              <a:rPr lang="en-US" altLang="en-US">
                <a:sym typeface="+mn-ea"/>
              </a:rPr>
              <a:t>⌊</a:t>
            </a:r>
            <a:r>
              <a:rPr lang="en-US" altLang="zh-CN">
                <a:sym typeface="+mn-ea"/>
              </a:rPr>
              <a:t>(n − 2)/2</a:t>
            </a:r>
            <a:r>
              <a:rPr lang="en-US" altLang="en-US">
                <a:sym typeface="+mn-ea"/>
              </a:rPr>
              <a:t>⌋</a:t>
            </a:r>
            <a:r>
              <a:rPr lang="en-US" altLang="zh-CN">
                <a:sym typeface="+mn-ea"/>
              </a:rPr>
              <a:t> lattice points inside T</a:t>
            </a:r>
            <a:r>
              <a:rPr lang="en-US" altLang="en-US">
                <a:sym typeface="+mn-ea"/>
              </a:rPr>
              <a:t>ₙ</a:t>
            </a:r>
            <a:r>
              <a:rPr lang="en-US" altLang="zh-CN">
                <a:sym typeface="+mn-ea"/>
              </a:rPr>
              <a:t>, one can show that two non‑sunny lines cannot compensate for the points left uncovered; the covering therefore fails. (Full inductive proof)</a:t>
            </a:r>
            <a:endParaRPr lang="en-US" altLang="zh-CN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Model response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0505" y="1313815"/>
            <a:ext cx="5293995" cy="4759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1313815"/>
            <a:ext cx="5325110" cy="51333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2969</Words>
  <Application>WPS 演示</Application>
  <PresentationFormat>宽屏</PresentationFormat>
  <Paragraphs>61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IMO example question</vt:lpstr>
      <vt:lpstr>Question:</vt:lpstr>
      <vt:lpstr>Question Solving</vt:lpstr>
      <vt:lpstr>Question Solving</vt:lpstr>
      <vt:lpstr>Question Solving</vt:lpstr>
      <vt:lpstr>Question Solving</vt:lpstr>
      <vt:lpstr>Question Solving</vt:lpstr>
      <vt:lpstr>Model response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WPS_1611720325</cp:lastModifiedBy>
  <cp:revision>156</cp:revision>
  <dcterms:created xsi:type="dcterms:W3CDTF">2019-06-19T02:08:00Z</dcterms:created>
  <dcterms:modified xsi:type="dcterms:W3CDTF">2025-08-02T15:21:02Z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09228FB0155E4F859B537E903ABFD863_11</vt:lpwstr>
  </property>
</Properties>
</file>